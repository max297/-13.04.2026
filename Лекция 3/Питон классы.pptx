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2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Montserrat" panose="00000500000000000000" pitchFamily="2" charset="-52"/>
      <p:regular r:id="rId12"/>
      <p:bold r:id="rId13"/>
      <p:italic r:id="rId14"/>
      <p:boldItalic r:id="rId15"/>
    </p:embeddedFont>
    <p:embeddedFont>
      <p:font typeface="Roboto Mon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a40a53d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a40a53d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d694e17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d694e17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d694e17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d694e17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 классы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— это шаблон, по которому создаются объекты.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Объект — это экземпляр класса, содержащий данные и методы для работы с этими данными.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/>
              <a:t>Конструктор-метод, который автоматически вызывается при создании объектов. Его также можно назвать конструктором объектов класса.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Person: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__init__(self, name, age):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self.age =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latin typeface="Roboto Mono"/>
                <a:ea typeface="Roboto Mono"/>
                <a:cs typeface="Roboto Mono"/>
                <a:sym typeface="Roboto Mono"/>
              </a:rPr>
              <a:t>Конструктор должен принимать как минимум один параметр ссылку на текущий объект - self.</a:t>
            </a:r>
            <a:endParaRPr sz="19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</a:rPr>
              <a:t>Наследование позволяет создавать новый класс на основе уже существующего класса. </a:t>
            </a:r>
            <a:endParaRPr dirty="0">
              <a:latin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latin typeface="+mn-lt"/>
              </a:rPr>
              <a:t>Ключевыми понятиями наследования являются подкласс и суперкласс. Подкласс наследует от суперкласса все публичные атрибуты и методы. Суперкласс еще называется базовым (base class) или родительским (parent class), а подкласс - производным (derived class) или дочерним (child class).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Arial"/>
                <a:sym typeface="Roboto Mono"/>
              </a:rPr>
              <a:t>Teacher(Person)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    def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</a:t>
            </a:r>
            <a:r>
              <a:rPr lang="en-US" sz="1400" dirty="0" err="1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init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__(self, name, age):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        super.__</a:t>
            </a:r>
            <a:r>
              <a:rPr lang="en-US" sz="1400" dirty="0" err="1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init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__(name, age)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j-lt"/>
                <a:ea typeface="Roboto Mono"/>
                <a:cs typeface="Roboto Mono"/>
                <a:sym typeface="Roboto Mono"/>
              </a:rPr>
              <a:t>        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C272C-EC48-4D6E-997A-A9A53D0B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9BEF7E-D508-4018-83D2-E47FB07B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https://colab.research.google.com/drive/1soeQFevmpnhWIMuI92GRsjkql3ikDDbu?usp=sharing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669631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189</Words>
  <Application>Microsoft Office PowerPoint</Application>
  <PresentationFormat>Экран (16:9)</PresentationFormat>
  <Paragraphs>18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Lato</vt:lpstr>
      <vt:lpstr>Montserrat</vt:lpstr>
      <vt:lpstr>Roboto Mono</vt:lpstr>
      <vt:lpstr>Focus</vt:lpstr>
      <vt:lpstr>python классы</vt:lpstr>
      <vt:lpstr>Презентация PowerPoint</vt:lpstr>
      <vt:lpstr>Презентация PowerPoint</vt:lpstr>
      <vt:lpstr>Наследование</vt:lpstr>
      <vt:lpstr>Ссылка на 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классы</dc:title>
  <cp:lastModifiedBy>Акулин Максим Александрович</cp:lastModifiedBy>
  <cp:revision>5</cp:revision>
  <dcterms:modified xsi:type="dcterms:W3CDTF">2026-04-16T14:42:00Z</dcterms:modified>
</cp:coreProperties>
</file>